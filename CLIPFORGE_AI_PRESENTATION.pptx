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9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7F36B"/>
                </a:solidFill>
              </a:defRPr>
            </a:pPr>
            <a:r>
              <a:t>AI-POWERED SHORTS STUDIO</a:t>
            </a:r>
          </a:p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CLIPFORGE AI</a:t>
            </a:r>
          </a:p>
          <a:p>
            <a:pPr>
              <a:spcAft>
                <a:spcPts val="2000"/>
              </a:spcAft>
              <a:defRPr sz="1600" i="1">
                <a:solidFill>
                  <a:srgbClr val="A7ABB4"/>
                </a:solidFill>
              </a:defRPr>
            </a:pPr>
            <a:r>
              <a:t>One conversation. A hundred moments worth sharing.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Production URL: https://podcastclip-ai.vercel.app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Repository: https://github.com/panchaksharayya12/Podcastclip-ai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Tech Stack: React, TypeScript, Vite, Tailwind CSS, Express, Node.js, FFmpeg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Full-Stack Architecture &amp;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9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7F36B"/>
                </a:solidFill>
              </a:defRPr>
            </a:pPr>
            <a:r>
              <a:t>INDUSTRY CHALLENGE</a:t>
            </a:r>
          </a:p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The Long-Form Creator Dilemma</a:t>
            </a:r>
          </a:p>
          <a:p>
            <a:pPr>
              <a:spcAft>
                <a:spcPts val="2000"/>
              </a:spcAft>
              <a:defRPr sz="1600" i="1">
                <a:solidFill>
                  <a:srgbClr val="A7ABB4"/>
                </a:solidFill>
              </a:defRPr>
            </a:pPr>
            <a:r>
              <a:t>Valuable dialogue is trapped inside lengthy recordings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Podcasters and interviewers produce 60+ minute episodes with high depth.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Mobile algorithms reward 15-to-60 second vertical clips with immediate hooks.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Manual scrubbing, timestamp logging, and subtitle synchronization take hours.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Existing SaaS tools charge high subscriptions and push generic watermarks.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9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7F36B"/>
                </a:solidFill>
              </a:defRPr>
            </a:pPr>
            <a:r>
              <a:t>PRODUCT VISION</a:t>
            </a:r>
          </a:p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ClipForge AI: Automated Moment Discovery</a:t>
            </a:r>
          </a:p>
          <a:p>
            <a:pPr>
              <a:spcAft>
                <a:spcPts val="2000"/>
              </a:spcAft>
              <a:defRPr sz="1600" i="1">
                <a:solidFill>
                  <a:srgbClr val="A7ABB4"/>
                </a:solidFill>
              </a:defRPr>
            </a:pPr>
            <a:r>
              <a:t>From long recordings to distribution-ready short video clips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Automated ingestion of MP4, MOV, WebM, MP3, WAV, and M4A media.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Intelligent moment boundary detection tailored for Shorts, Reels, and TikTok.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Dual analysis modes: OpenAI GPT-4o-mini and an offline deterministic heuristic engine.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Authentic server-side video rendering with FFmpeg (9:16 vertical, 1:1, 16:9).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9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7F36B"/>
                </a:solidFill>
              </a:defRPr>
            </a:pPr>
            <a:r>
              <a:t>ENGINEERING DESIGN</a:t>
            </a:r>
          </a:p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Full-Stack System Architecture</a:t>
            </a:r>
          </a:p>
          <a:p>
            <a:pPr>
              <a:spcAft>
                <a:spcPts val="2000"/>
              </a:spcAft>
              <a:defRPr sz="1600" i="1">
                <a:solidFill>
                  <a:srgbClr val="A7ABB4"/>
                </a:solidFill>
              </a:defRPr>
            </a:pPr>
            <a:r>
              <a:t>Decoupled client-server design for performance and privacy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Frontend: React 18 with TypeScript, Vite bundler, and Tailwind CSS palette.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Motion Layer: Motion for React with fluid typography reveals and canvas waveforms.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Backend: Node.js Express server with HTTP 206 range streaming for video seeking.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Local Storage: Secure server-side uploads and generated clips directory.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9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7F36B"/>
                </a:solidFill>
              </a:defRPr>
            </a:pPr>
            <a:r>
              <a:t>STUDIO CAPABILITIES</a:t>
            </a:r>
          </a:p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Comprehensive Feature Matrix</a:t>
            </a:r>
          </a:p>
          <a:p>
            <a:pPr>
              <a:spcAft>
                <a:spcPts val="2000"/>
              </a:spcAft>
              <a:defRPr sz="1600" i="1">
                <a:solidFill>
                  <a:srgbClr val="A7ABB4"/>
                </a:solidFill>
              </a:defRPr>
            </a:pPr>
            <a:r>
              <a:t>Engineered for speed, control, and multi-platform publishing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Dual Input Cards: Media upload with progress probe + Transcript text/SRT parser.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Discovery Parameters: Duration targets (15-30s, 30-60s, 60-90s) and audience styles.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Interactive Video Preview: HTML5 player seeking exact timestamps with loop toggle.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Universal Exports: Direct MP4 downloads, SRT subtitle tracks, and CSV/JSON metadata.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9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7F36B"/>
                </a:solidFill>
              </a:defRPr>
            </a:pPr>
            <a:r>
              <a:t>VIDEO PROCESSING</a:t>
            </a:r>
          </a:p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Authentic FFmpeg Rendering Pipeline</a:t>
            </a:r>
          </a:p>
          <a:p>
            <a:pPr>
              <a:spcAft>
                <a:spcPts val="2000"/>
              </a:spcAft>
              <a:defRPr sz="1600" i="1">
                <a:solidFill>
                  <a:srgbClr val="A7ABB4"/>
                </a:solidFill>
              </a:defRPr>
            </a:pPr>
            <a:r>
              <a:t>Real H.264 / AAC video clipping with cinematic framing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Bundled ffmpeg-static provides a standalone executable without external dependencies.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Vertical 9:16 Conversion: Dual-stream filter graph zooms &amp; blurs background fill.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Zero Image Distortion: Sharp centered video preserves original aspect ratio.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Optimized Web Playback: Encoded with faststart flags for rapid browser streaming.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9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7F36B"/>
                </a:solidFill>
              </a:defRPr>
            </a:pPr>
            <a:r>
              <a:t>MOBILE PRESENTATION</a:t>
            </a:r>
          </a:p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Animated Caption Studio</a:t>
            </a:r>
          </a:p>
          <a:p>
            <a:pPr>
              <a:spcAft>
                <a:spcPts val="2000"/>
              </a:spcAft>
              <a:defRPr sz="1600" i="1">
                <a:solidFill>
                  <a:srgbClr val="A7ABB4"/>
                </a:solidFill>
              </a:defRPr>
            </a:pPr>
            <a:r>
              <a:t>Social-first kinetic subtitle styling and timing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Live 9:16 vertical mobile device simulator displaying real-time styling.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Typography controls: Font sizing (small, medium, large) and electric lime highlighting.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Background pill and outline styling with vertical safe margins for mobile UI.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Standard SRT export ready to import into Premiere Pro, Final Cut, and CapCut.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9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7F36B"/>
                </a:solidFill>
              </a:defRPr>
            </a:pPr>
            <a:r>
              <a:t>QUALITY ASSURANCE</a:t>
            </a:r>
          </a:p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Rigorous Verification: 44 Test Assertions</a:t>
            </a:r>
          </a:p>
          <a:p>
            <a:pPr>
              <a:spcAft>
                <a:spcPts val="2000"/>
              </a:spcAft>
              <a:defRPr sz="1600" i="1">
                <a:solidFill>
                  <a:srgbClr val="A7ABB4"/>
                </a:solidFill>
              </a:defRPr>
            </a:pPr>
            <a:r>
              <a:t>Complete automated testing covering API, heuristics, and video generation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Health Diagnostics: Verified live server status, FFmpeg detection, and memory limits.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Deterministic Engine: Tested sentence boundaries, hooks, and score breakdowns.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Validation Testing: Rejected empty and malformed transcripts with HTTP 400.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Video Rendering: Generated synthetic MP4, uploaded, trimmed, and downloaded real clip.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9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7F36B"/>
                </a:solidFill>
              </a:defRPr>
            </a:pPr>
            <a:r>
              <a:t>PRODUCTION LAUNCH</a:t>
            </a:r>
          </a:p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Deployment &amp; Live Environments</a:t>
            </a:r>
          </a:p>
          <a:p>
            <a:pPr>
              <a:spcAft>
                <a:spcPts val="2000"/>
              </a:spcAft>
              <a:defRPr sz="1600" i="1">
                <a:solidFill>
                  <a:srgbClr val="A7ABB4"/>
                </a:solidFill>
              </a:defRPr>
            </a:pPr>
            <a:r>
              <a:t>Available online and structured for simple local extension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Production Website: https://podcastclip-ai.vercel.app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GitHub Source Code: https://github.com/panchaksharayya12/Podcastclip-ai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Single Command Startup: 'npm run dev' boots backend and frontend concurrently.</a:t>
            </a:r>
          </a:p>
          <a:p>
            <a:pPr>
              <a:spcAft>
                <a:spcPts val="1000"/>
              </a:spcAft>
              <a:defRPr sz="1400">
                <a:solidFill>
                  <a:srgbClr val="DCE1E6"/>
                </a:solidFill>
              </a:defRPr>
            </a:pPr>
            <a:r>
              <a:t>•  Zero Required API Keys: Runs in complete offline mode out of the 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